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5B3D-CD22-4D47-A49F-EF195227A925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0C54-54AE-448D-A83B-5091ABA59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84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5B3D-CD22-4D47-A49F-EF195227A925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0C54-54AE-448D-A83B-5091ABA59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610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5B3D-CD22-4D47-A49F-EF195227A925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0C54-54AE-448D-A83B-5091ABA59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148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5B3D-CD22-4D47-A49F-EF195227A925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0C54-54AE-448D-A83B-5091ABA59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952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5B3D-CD22-4D47-A49F-EF195227A925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0C54-54AE-448D-A83B-5091ABA59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444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5B3D-CD22-4D47-A49F-EF195227A925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0C54-54AE-448D-A83B-5091ABA59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959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5B3D-CD22-4D47-A49F-EF195227A925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0C54-54AE-448D-A83B-5091ABA59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997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5B3D-CD22-4D47-A49F-EF195227A925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0C54-54AE-448D-A83B-5091ABA59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114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5B3D-CD22-4D47-A49F-EF195227A925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0C54-54AE-448D-A83B-5091ABA59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363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5B3D-CD22-4D47-A49F-EF195227A925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0C54-54AE-448D-A83B-5091ABA59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350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5B3D-CD22-4D47-A49F-EF195227A925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00C54-54AE-448D-A83B-5091ABA59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853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375B3D-CD22-4D47-A49F-EF195227A925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00C54-54AE-448D-A83B-5091ABA590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32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74A772-B9CA-1BC3-6D25-A6C9D9832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2377" y="207962"/>
            <a:ext cx="7772400" cy="460961"/>
          </a:xfrm>
        </p:spPr>
        <p:txBody>
          <a:bodyPr>
            <a:normAutofit/>
          </a:bodyPr>
          <a:lstStyle/>
          <a:p>
            <a:pPr algn="l"/>
            <a:r>
              <a:rPr lang="ko-KR" altLang="en-US" sz="1800" dirty="0"/>
              <a:t>제목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47002F8-3545-D9C5-147A-13193ECC59F6}"/>
              </a:ext>
            </a:extLst>
          </p:cNvPr>
          <p:cNvCxnSpPr>
            <a:cxnSpLocks/>
          </p:cNvCxnSpPr>
          <p:nvPr/>
        </p:nvCxnSpPr>
        <p:spPr>
          <a:xfrm>
            <a:off x="762512" y="773251"/>
            <a:ext cx="8304777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35E79C-AE76-AF12-6DA7-C0F1B69BEA67}"/>
              </a:ext>
            </a:extLst>
          </p:cNvPr>
          <p:cNvSpPr/>
          <p:nvPr/>
        </p:nvSpPr>
        <p:spPr>
          <a:xfrm>
            <a:off x="76711" y="1129192"/>
            <a:ext cx="4465280" cy="559686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7E4A12C-B9DF-4D5A-A259-9E3CF8CC8C2C}"/>
              </a:ext>
            </a:extLst>
          </p:cNvPr>
          <p:cNvSpPr/>
          <p:nvPr/>
        </p:nvSpPr>
        <p:spPr>
          <a:xfrm>
            <a:off x="1014463" y="914400"/>
            <a:ext cx="2589777" cy="4295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부제목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2F9FD3-A7E0-E92F-286F-A90DAE8890E9}"/>
              </a:ext>
            </a:extLst>
          </p:cNvPr>
          <p:cNvSpPr/>
          <p:nvPr/>
        </p:nvSpPr>
        <p:spPr>
          <a:xfrm>
            <a:off x="4602009" y="1129192"/>
            <a:ext cx="4465280" cy="5596864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503FC7-EDBD-5EAE-B1D0-660E24663257}"/>
              </a:ext>
            </a:extLst>
          </p:cNvPr>
          <p:cNvSpPr/>
          <p:nvPr/>
        </p:nvSpPr>
        <p:spPr>
          <a:xfrm>
            <a:off x="5539761" y="963495"/>
            <a:ext cx="2589777" cy="4295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부제목</a:t>
            </a:r>
          </a:p>
        </p:txBody>
      </p:sp>
    </p:spTree>
    <p:extLst>
      <p:ext uri="{BB962C8B-B14F-4D97-AF65-F5344CB8AC3E}">
        <p14:creationId xmlns:p14="http://schemas.microsoft.com/office/powerpoint/2010/main" val="1876634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3</Words>
  <Application>Microsoft Office PowerPoint</Application>
  <PresentationFormat>화면 슬라이드 쇼(4:3)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제목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x54180@365mmt.com</dc:creator>
  <cp:lastModifiedBy>x54180@365mmt.com</cp:lastModifiedBy>
  <cp:revision>2</cp:revision>
  <dcterms:created xsi:type="dcterms:W3CDTF">2026-10-12T22:56:23Z</dcterms:created>
  <dcterms:modified xsi:type="dcterms:W3CDTF">2026-10-12T23:00:35Z</dcterms:modified>
</cp:coreProperties>
</file>